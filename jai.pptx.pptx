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4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12.jpe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1490661" y="2654766"/>
            <a:ext cx="86106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NAME: JAIGANESH P </a:t>
            </a:r>
          </a:p>
          <a:p>
            <a:r>
              <a:rPr lang="en-US" sz="2400" dirty="0"/>
              <a:t>REGISTER NO AND NMID: 20924Uu9073,astvu20924u09073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DEPARTMENT: BCA</a:t>
            </a:r>
          </a:p>
          <a:p>
            <a:r>
              <a:rPr lang="en-US" sz="2400" dirty="0"/>
              <a:t>COLLEGE: COLLEGE/ UNIVERSITY. </a:t>
            </a:r>
            <a:r>
              <a:rPr lang="en-US" sz="2400" dirty="0" err="1"/>
              <a:t>Shanmuga</a:t>
            </a:r>
            <a:r>
              <a:rPr lang="en-US" sz="2400" dirty="0"/>
              <a:t> industries </a:t>
            </a:r>
            <a:r>
              <a:rPr lang="en-US" sz="2400" dirty="0" err="1"/>
              <a:t>arst</a:t>
            </a:r>
            <a:r>
              <a:rPr lang="en-US" sz="2400" dirty="0"/>
              <a:t> &amp; science college/</a:t>
            </a:r>
            <a:r>
              <a:rPr lang="en-US" sz="2400" dirty="0" err="1"/>
              <a:t>Thiruvalluvar</a:t>
            </a:r>
            <a:r>
              <a:rPr lang="en-US" sz="2400" dirty="0"/>
              <a:t> University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BFC43C9-DE14-FA58-42CC-AA03D7DBE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</p:spPr>
        <p:txBody>
          <a:bodyPr/>
          <a:lstStyle/>
          <a:p>
            <a:r>
              <a:rPr lang="en-US" dirty="0"/>
              <a:t>Digital portfolio for IT </a:t>
            </a:r>
            <a:r>
              <a:rPr lang="en-US" dirty="0" err="1"/>
              <a:t>employe</a:t>
            </a:r>
            <a:r>
              <a:rPr lang="en-US" dirty="0"/>
              <a:t> using </a:t>
            </a:r>
            <a:r>
              <a:rPr lang="en-US" dirty="0" err="1"/>
              <a:t>html,css</a:t>
            </a:r>
            <a:r>
              <a:rPr lang="en-US" dirty="0"/>
              <a:t> and </a:t>
            </a:r>
            <a:r>
              <a:rPr lang="en-US" dirty="0" err="1"/>
              <a:t>javascript</a:t>
            </a:r>
            <a:r>
              <a:rPr lang="en-US" dirty="0"/>
              <a:t> 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3231C0-BEBE-38E0-CC4F-C55BBCAFBC3D}"/>
              </a:ext>
            </a:extLst>
          </p:cNvPr>
          <p:cNvSpPr txBox="1"/>
          <p:nvPr/>
        </p:nvSpPr>
        <p:spPr>
          <a:xfrm>
            <a:off x="1146923" y="1582339"/>
            <a:ext cx="58634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Current process is inefficient and time-consuming.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Lack of automation leads to errors and delays.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There is a need for a streamlined solution to improve accuracy and productivity.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57C1C6-D5EC-E4E8-BA08-94440920DAF9}"/>
              </a:ext>
            </a:extLst>
          </p:cNvPr>
          <p:cNvSpPr txBox="1"/>
          <p:nvPr/>
        </p:nvSpPr>
        <p:spPr>
          <a:xfrm>
            <a:off x="3042397" y="1859339"/>
            <a:ext cx="6107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To develop an efficient and user-friendly solution.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To reduce manual effort and improve accuracy.</a:t>
            </a:r>
          </a:p>
          <a:p>
            <a:pPr>
              <a:buFont typeface="+mj-lt"/>
              <a:buAutoNum type="arabicPeriod"/>
            </a:pPr>
            <a:r>
              <a:rPr lang="en-US" dirty="0"/>
              <a:t>To enhance productivity through streamlined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1BE94-69F9-7668-D054-7D81492C631C}"/>
              </a:ext>
            </a:extLst>
          </p:cNvPr>
          <p:cNvSpPr txBox="1"/>
          <p:nvPr/>
        </p:nvSpPr>
        <p:spPr>
          <a:xfrm>
            <a:off x="3042397" y="1859339"/>
            <a:ext cx="6107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Employees who perform daily operational tasks.</a:t>
            </a:r>
          </a:p>
          <a:p>
            <a:pPr>
              <a:buFont typeface="+mj-lt"/>
              <a:buAutoNum type="arabicPeriod"/>
            </a:pPr>
            <a:r>
              <a:rPr lang="en-US" dirty="0"/>
              <a:t>Managers requiring accurate insights for decision-making.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Customers who benefit from improved service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32970-3E15-4678-4D5A-CC43D793E27A}"/>
              </a:ext>
            </a:extLst>
          </p:cNvPr>
          <p:cNvSpPr txBox="1"/>
          <p:nvPr/>
        </p:nvSpPr>
        <p:spPr>
          <a:xfrm>
            <a:off x="3042397" y="1720840"/>
            <a:ext cx="6107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Utilization of modern software platforms and frameworks.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Application of automation and data analysis methods.</a:t>
            </a:r>
          </a:p>
          <a:p>
            <a:pPr>
              <a:buFont typeface="+mj-lt"/>
              <a:buAutoNum type="arabicPeriod"/>
            </a:pPr>
            <a:r>
              <a:rPr lang="en-US" dirty="0"/>
              <a:t>Implementation of testing, monitoring, and feedback mechanisms.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E4A47-E943-9861-9D92-C4D0AD0D6FEC}"/>
              </a:ext>
            </a:extLst>
          </p:cNvPr>
          <p:cNvSpPr txBox="1"/>
          <p:nvPr/>
        </p:nvSpPr>
        <p:spPr>
          <a:xfrm>
            <a:off x="3042397" y="1720840"/>
            <a:ext cx="6107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Clean, modern interface with consistent theme and colors.</a:t>
            </a:r>
          </a:p>
          <a:p>
            <a:pPr>
              <a:buFont typeface="+mj-lt"/>
              <a:buAutoNum type="arabicPeriod"/>
            </a:pPr>
            <a:r>
              <a:rPr lang="en-US" dirty="0"/>
              <a:t>Structured sections for About, Projects, and Contact.</a:t>
            </a:r>
          </a:p>
          <a:p>
            <a:pPr>
              <a:buFont typeface="+mj-lt"/>
              <a:buAutoNum type="arabicPeriod"/>
            </a:pPr>
            <a:r>
              <a:rPr lang="en-US" dirty="0"/>
              <a:t>Responsive layout optimized for both desktop and mobile.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5B266-C0A4-98C5-0335-8C43CF1D5353}"/>
              </a:ext>
            </a:extLst>
          </p:cNvPr>
          <p:cNvSpPr txBox="1"/>
          <p:nvPr/>
        </p:nvSpPr>
        <p:spPr>
          <a:xfrm>
            <a:off x="3042397" y="1720840"/>
            <a:ext cx="6107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Interactive navigation for seamless user experience.</a:t>
            </a:r>
          </a:p>
          <a:p>
            <a:pPr>
              <a:buFont typeface="+mj-lt"/>
              <a:buAutoNum type="arabicPeriod"/>
            </a:pPr>
            <a:r>
              <a:rPr lang="en-US" dirty="0"/>
              <a:t>Dynamic project showcase with visuals and descriptions.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Integrated contact options for quick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502023" y="1695450"/>
            <a:ext cx="85340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each section.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 (plain HTML -&gt;with </a:t>
            </a: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6AD248-7C8B-0894-C718-40B362A08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688" y="3586695"/>
            <a:ext cx="3384666" cy="2982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87C2C8-1C84-7FFE-B727-753F9CBDB6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58" y="3705223"/>
            <a:ext cx="6162775" cy="26182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881293-DC09-3C7A-8DB4-41A30EA8C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55399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portfolio program </a:t>
            </a:r>
            <a:r>
              <a:rPr lang="en-US" dirty="0" err="1"/>
              <a:t>halps</a:t>
            </a:r>
            <a:r>
              <a:rPr lang="en-US" dirty="0"/>
              <a:t> users showcase their skills </a:t>
            </a:r>
            <a:r>
              <a:rPr lang="en-US" dirty="0" err="1"/>
              <a:t>andProjects</a:t>
            </a:r>
            <a:r>
              <a:rPr lang="en-US" dirty="0"/>
              <a:t>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improves career opportunities by providing a professional digital portfolio.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87</Words>
  <Application>Microsoft Office PowerPoint</Application>
  <PresentationFormat>Widescreen</PresentationFormat>
  <Paragraphs>39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jaiganesh0730@gmail.com</cp:lastModifiedBy>
  <cp:revision>25</cp:revision>
  <dcterms:created xsi:type="dcterms:W3CDTF">2024-03-29T15:07:22Z</dcterms:created>
  <dcterms:modified xsi:type="dcterms:W3CDTF">2025-09-18T07:41:28Z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